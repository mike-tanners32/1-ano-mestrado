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aleway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.fntdata"/><Relationship Id="rId22" Type="http://schemas.openxmlformats.org/officeDocument/2006/relationships/font" Target="fonts/Raleway-boldItalic.fntdata"/><Relationship Id="rId21" Type="http://schemas.openxmlformats.org/officeDocument/2006/relationships/font" Target="fonts/Raleway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069138f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069138f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069138fc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069138fc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069138fc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069138fc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de45a4b357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de45a4b357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de45a4b35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de45a4b35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e069138fc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e069138fc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de45a4b357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de45a4b357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e069138fcf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e069138fc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e069138fc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e069138fc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e069138fcf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e069138fcf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e084164d7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e084164d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e084164d7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e084164d7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AlexNet: Deep learning made practical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650" y="2652138"/>
            <a:ext cx="6362700" cy="218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4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463" y="507325"/>
            <a:ext cx="8491074" cy="452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ctrTitle"/>
          </p:nvPr>
        </p:nvSpPr>
        <p:spPr>
          <a:xfrm>
            <a:off x="4189175" y="1739400"/>
            <a:ext cx="7688100" cy="166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200"/>
              <a:t>WordNet</a:t>
            </a:r>
            <a:endParaRPr sz="3200"/>
          </a:p>
        </p:txBody>
      </p:sp>
      <p:sp>
        <p:nvSpPr>
          <p:cNvPr id="100" name="Google Shape;100;p15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1750"/>
            <a:ext cx="7057826" cy="4575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075" y="990600"/>
            <a:ext cx="7677150" cy="415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 txBox="1"/>
          <p:nvPr/>
        </p:nvSpPr>
        <p:spPr>
          <a:xfrm>
            <a:off x="2288125" y="154725"/>
            <a:ext cx="61296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CrowdSourcing</a:t>
            </a:r>
            <a:endParaRPr b="1" sz="2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ctrTitle"/>
          </p:nvPr>
        </p:nvSpPr>
        <p:spPr>
          <a:xfrm>
            <a:off x="727950" y="636025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ImageNet</a:t>
            </a:r>
            <a:endParaRPr/>
          </a:p>
        </p:txBody>
      </p:sp>
      <p:sp>
        <p:nvSpPr>
          <p:cNvPr id="115" name="Google Shape;115;p17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650" y="1372875"/>
            <a:ext cx="7838725" cy="364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title"/>
          </p:nvPr>
        </p:nvSpPr>
        <p:spPr>
          <a:xfrm>
            <a:off x="1618925" y="8255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Error percentage dropped substantially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000" y="1547100"/>
            <a:ext cx="7908150" cy="324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1318650"/>
            <a:ext cx="7688699" cy="388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89475"/>
            <a:ext cx="9143999" cy="444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3400"/>
            <a:ext cx="9143999" cy="466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1750"/>
            <a:ext cx="9144000" cy="461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97475"/>
            <a:ext cx="9144000" cy="456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5" name="Google Shape;16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0" y="631432"/>
            <a:ext cx="9143999" cy="40739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05349"/>
            <a:ext cx="9144000" cy="46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